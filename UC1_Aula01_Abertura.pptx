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caso HealthCare.gov (2013): US$ 1,7 bilhão em fracasso por má arquitetura. Contrastar com Facebook que começou simples mas bem planejado.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analogia do prédio: arquiteto desenha antes de pedreiro construir. Programador sem planejamento = pedreiro sem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manutenção é 70% do custo total. YouTube recebe atualizações toda semana há 19 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0"/>
            <a:ext cx="54864" cy="25603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o Desenvolvimento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Software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— Abertura do Curso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de Setembro de 2025  |  Senac-RS  |  Técnico em Desenvolvimento de Sistemas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"Pensando como arquitetos antes de programar"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do Dia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6128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6128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Boas-vindas + Dinâmica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o grupo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91640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6916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1673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projeto importa?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733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Números, carreira, escopo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57984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221992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2219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2037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do software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2037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fases com exemplos reais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88336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8ECF1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752344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275234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27340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7340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e pausa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218688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282696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28269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3264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vs. Engenharia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264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diferença?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81304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381304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prática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software real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279392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4343400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8640" y="43434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554480" y="4325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grupos + Tarefa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846320" y="4325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colaborativo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|  UC1: Planejar o Desenvolvimento de Software  |  Senac-RS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Projeto de Software Importa?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2431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77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projetos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falham ou atrasam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06040" y="118872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24315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06040" y="1371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US$ 150 bi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377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perdidos/ano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retrabalho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24315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1371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377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de falha: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vagos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03720" y="118872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24315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03720" y="1371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377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sucesso com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planejamento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não é perder tempo — é economizar milhões.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|  UC1: Planejar o Desenvolvimento de Software  |  Senac-RS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 no Currículo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16200000">
              <a:srgbClr val="1C7293">
                <a:alpha val="4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463040" y="11155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115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o Desenvolvimento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11155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ESTÁ AQUI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1600200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463040" y="16184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6184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Algoritmos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2103120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463040" y="21214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121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Banco de Dados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2606040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463040" y="26243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624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Orientado a Objetos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3108960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463040" y="31272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UC8–UC9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3127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+ Banco de Dados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0" y="3611880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463040" y="36301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UC12–UC15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743200" y="3630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Mobile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0" y="4114800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1463040" y="41330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UC17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743200" y="4133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é a fundação. Sem ela, tudo desaba.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|  UC1: Planejar o Desenvolvimento de Software  |  Senac-RS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Entregar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19 de setembro — Em equipe, com apresentação, profissional.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81328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4813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17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Requisitos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14173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software deve fazer — claro, completo, testável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167128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21671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103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Sprint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1031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 quando vai fazer — roadmap com iterações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852928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28529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788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 Tecnologias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2788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Banco — com justificativa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538728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35387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474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Executiva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34747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a ideia para um cliente — 8 a 10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4224528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" y="42245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160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Carreira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206240" y="4160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caminho como desenvolvedor — curto, médio, longo prazo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|  UC1: Planejar o Desenvolvimento de Software  |  Senac-RS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do Software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do software, do nascimento até a manutenção contínua.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234440" cy="2377440"/>
          </a:xfrm>
          <a:prstGeom prst="roundRect">
            <a:avLst>
              <a:gd name="adj" fmla="val 7407"/>
            </a:avLst>
          </a:prstGeom>
          <a:solidFill>
            <a:srgbClr val="24315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3317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9260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cliente quer?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331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74520" y="1463040"/>
            <a:ext cx="1234440" cy="2377440"/>
          </a:xfrm>
          <a:prstGeom prst="roundRect">
            <a:avLst>
              <a:gd name="adj" fmla="val 7407"/>
            </a:avLst>
          </a:prstGeom>
          <a:solidFill>
            <a:srgbClr val="243152"/>
          </a:solidFill>
          <a:ln/>
        </p:spPr>
      </p:sp>
      <p:sp>
        <p:nvSpPr>
          <p:cNvPr id="11" name="Shape 9"/>
          <p:cNvSpPr/>
          <p:nvPr/>
        </p:nvSpPr>
        <p:spPr>
          <a:xfrm>
            <a:off x="224028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2402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23317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29260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vai funcionar?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2331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91840" y="1463040"/>
            <a:ext cx="1234440" cy="2377440"/>
          </a:xfrm>
          <a:prstGeom prst="roundRect">
            <a:avLst>
              <a:gd name="adj" fmla="val 7407"/>
            </a:avLst>
          </a:prstGeom>
          <a:solidFill>
            <a:srgbClr val="243152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23317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337560" y="29260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o código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2331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09160" y="1463040"/>
            <a:ext cx="1234440" cy="2377440"/>
          </a:xfrm>
          <a:prstGeom prst="roundRect">
            <a:avLst>
              <a:gd name="adj" fmla="val 7407"/>
            </a:avLst>
          </a:prstGeom>
          <a:solidFill>
            <a:srgbClr val="243152"/>
          </a:solidFill>
          <a:ln/>
        </p:spPr>
      </p:sp>
      <p:sp>
        <p:nvSpPr>
          <p:cNvPr id="23" name="Shape 21"/>
          <p:cNvSpPr/>
          <p:nvPr/>
        </p:nvSpPr>
        <p:spPr>
          <a:xfrm>
            <a:off x="507492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749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23317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29260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sem bugs?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0" y="2331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26480" y="1463040"/>
            <a:ext cx="1234440" cy="2377440"/>
          </a:xfrm>
          <a:prstGeom prst="roundRect">
            <a:avLst>
              <a:gd name="adj" fmla="val 7407"/>
            </a:avLst>
          </a:prstGeom>
          <a:solidFill>
            <a:srgbClr val="243152"/>
          </a:solidFill>
          <a:ln/>
        </p:spPr>
      </p:sp>
      <p:sp>
        <p:nvSpPr>
          <p:cNvPr id="29" name="Shape 27"/>
          <p:cNvSpPr/>
          <p:nvPr/>
        </p:nvSpPr>
        <p:spPr>
          <a:xfrm>
            <a:off x="649224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922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23317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29260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no ar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360920" y="2331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543800" y="1463040"/>
            <a:ext cx="1234440" cy="2377440"/>
          </a:xfrm>
          <a:prstGeom prst="roundRect">
            <a:avLst>
              <a:gd name="adj" fmla="val 7407"/>
            </a:avLst>
          </a:prstGeom>
          <a:solidFill>
            <a:srgbClr val="243152"/>
          </a:solidFill>
          <a:ln/>
        </p:spPr>
      </p:sp>
      <p:sp>
        <p:nvSpPr>
          <p:cNvPr id="35" name="Shape 33"/>
          <p:cNvSpPr/>
          <p:nvPr/>
        </p:nvSpPr>
        <p:spPr>
          <a:xfrm>
            <a:off x="790956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9095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7589520" y="23317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589520" y="29260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 para sempre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Um prédio passa por arquitetura, projeto, construção, inspeção, inauguração e manutenção. Software é igual.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|  UC1: Planejar o Desenvolvimento de Software  |  Senac-RS</a:t>
            </a:r>
            <a:endParaRPr lang="en-US" sz="800" dirty="0"/>
          </a:p>
        </p:txBody>
      </p:sp>
      <p:sp>
        <p:nvSpPr>
          <p:cNvPr id="42" name="Text 39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274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com o cliente. O que ele quer?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8404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Essenciais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objetivo principal?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756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são os usuários?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4597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orçamento disponível?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8437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prazo de entrega?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278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funcionalidades são críticas?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7548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Requisitos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(claro, completo, mensurável)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468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1 a 4 semanas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faz: Product Manager,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Negócios, Cliente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Banco pede app para transferência.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Perguntas: Limite? 2FA? Real-time ou D+1?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|  UC1: Planejar o Desenvolvimento de Software  |  Senac-RS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274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/ Arquitetura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3444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App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288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Mobile,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Desktop, Híbrido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09728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0" y="123444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4320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18288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C#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123444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18288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NoSQL,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Grafos, Cache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109728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40880" y="123444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4088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18288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Azure,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Diagrama de arquitetura + Justificativa de cada decisão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2 a 6 semanas  |  Quem: Arquiteto de Software, Tech Lead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|  UC1: Planejar o Desenvolvimento de Software  |  Senac-RS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3 a 6: Da Construção à Manutenção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3108960"/>
          </a:xfrm>
          <a:prstGeom prst="roundRect">
            <a:avLst>
              <a:gd name="adj" fmla="val 4762"/>
            </a:avLst>
          </a:prstGeom>
          <a:solidFill>
            <a:srgbClr val="243152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2344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231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Programadores escrevem código.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Escolhem linguagem, codificam,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integram com banco de dados.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66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aprende nas UC4, UC8, UC9, UC12+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606040" y="1097280"/>
            <a:ext cx="1920240" cy="3108960"/>
          </a:xfrm>
          <a:prstGeom prst="roundRect">
            <a:avLst>
              <a:gd name="adj" fmla="val 4762"/>
            </a:avLst>
          </a:prstGeom>
          <a:solidFill>
            <a:srgbClr val="243152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2344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4612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4231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Verificação: funcional, unitário,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integração, carga, segurança.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bugs.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3566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aprende na UC11 e UC14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1920240" cy="3108960"/>
          </a:xfrm>
          <a:prstGeom prst="roundRect">
            <a:avLst>
              <a:gd name="adj" fmla="val 4762"/>
            </a:avLst>
          </a:prstGeom>
          <a:solidFill>
            <a:srgbClr val="243152"/>
          </a:solidFill>
          <a:ln/>
        </p:spPr>
      </p:sp>
      <p:sp>
        <p:nvSpPr>
          <p:cNvPr id="16" name="Shape 14"/>
          <p:cNvSpPr/>
          <p:nvPr/>
        </p:nvSpPr>
        <p:spPr>
          <a:xfrm>
            <a:off x="5394960" y="1234440"/>
            <a:ext cx="594360" cy="5943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9496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4231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no ar: servidor, domínio,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SSL, backup, treinamento.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acessível ao mundo.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566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aprende na UC14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903720" y="1097280"/>
            <a:ext cx="1920240" cy="3108960"/>
          </a:xfrm>
          <a:prstGeom prst="roundRect">
            <a:avLst>
              <a:gd name="adj" fmla="val 4762"/>
            </a:avLst>
          </a:prstGeom>
          <a:solidFill>
            <a:srgbClr val="243152"/>
          </a:solidFill>
          <a:ln/>
        </p:spPr>
      </p:sp>
      <p:sp>
        <p:nvSpPr>
          <p:cNvPr id="22" name="Shape 20"/>
          <p:cNvSpPr/>
          <p:nvPr/>
        </p:nvSpPr>
        <p:spPr>
          <a:xfrm>
            <a:off x="7543800" y="1234440"/>
            <a:ext cx="594360" cy="5943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54380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24231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sempre: corrigir bugs,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 performance, novos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recursos, segurança 24/7.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3566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do custo total do software!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|  UC1: Planejar o Desenvolvimento de Software  |  Senac-RS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Real: YouTube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194560" y="1097280"/>
            <a:ext cx="36576" cy="347472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4" name="Shape 2"/>
          <p:cNvSpPr/>
          <p:nvPr/>
        </p:nvSpPr>
        <p:spPr>
          <a:xfrm>
            <a:off x="2029968" y="1170432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1143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2005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097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097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site para compartilhar vídeos entre amigos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29968" y="174650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4320" y="17190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Fev-Mar 2005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1673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6733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arquitetura, banco de dados, streaming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29968" y="232257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4320" y="22951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Abr-Jun 2005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22494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22494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Codificar upload, streaming, player de vídeo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29968" y="289864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4320" y="28712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2005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2825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28254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com milhares de acessos simultâneos?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29968" y="347472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74320" y="3447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 2006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3401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34015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público; Google compra por US$ 1,65 bi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29968" y="4050792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74320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2006-2025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256032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3977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anos de atualizações: Shorts, IA, monetização...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ainda está em manutenção. Vai estar em 2035, 2045, enquanto existir.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|  UC1: Planejar o Desenvolvimento de Software  |  Senac-RS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vs. Engenharia de Software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2431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Responde: O QUÊ?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39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Foco: Planejamento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408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Documentos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42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Prazo: 2 a 6 semanas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44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Quem: Product Manager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Ferramentas: Docs, Figma, Jira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547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Linguagem: Português/Inglês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24315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Responde: COMO?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039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Foco: Execução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23408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Código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2642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Prazo: 2 a 12 meses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2944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Quem: Desenvolvedor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Ferramentas: VS Code, Git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3547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Linguagem: Código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ESTÁ AQUI: Projeto (depois vem Engenharia)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|  UC1: Planejar o Desenvolvimento de Software  |  Senac-RS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Cinema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ROTEIRISTA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Projeto de Software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a história antes da filmagem.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saber usar câmera.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TEM QUE saber contar uma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que faz sentido.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bom roteiro = filme ruim.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Engenharia de Software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0116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Filma o que o roteirista escreveu.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câmeras, iluminação, atores.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habilidade técnica.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bom roteiro, nem o melhor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 salva o filme.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projeto + Boa engenharia = Software de sucesso.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|  UC1: Planejar o Desenvolvimento de Software  |  Senac-RS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em um Projeto de Software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411480" cy="4114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143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143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 o negócio, prioriza requisitos, fala com clientes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9202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1874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18745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que o processo funciona, remove blockers do 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6517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06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26060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código, resolve problemas técnicos, testa software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337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Designer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3337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Desenha interfaces focadas na experiência do usuário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11480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SRE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566160" y="40690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 no ar, monitora 24/7, garante disponibilidade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papel mais te atrai? Pense nisso durante o curso.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|  UC1: Planejar o Desenvolvimento de Software  |  Senac-RS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Aprender Projeto Antes?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3D151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PLANEJAMENTO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começa a codificar sem requisitos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848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fica bagunçado (spaghetti)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323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"Não é isso que pedi!"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797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Retrabalho custoso e frustrante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27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explode, orçamento estoura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0D332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PLANEJAMENTO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bem feito (requisitos, design)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0848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sabe EXATAMENTE o que fazer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4323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sai limpo, testado, modular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27797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satisfeito na primeira entrega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127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no prazo, dentro do orçamento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(Projeto) &gt; UC2 (Lógica) &gt; UC3 (Banco) &gt; UC4+ (Código)  —  Projeto é a FUNDAÇÃO.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|  UC1: Planejar o Desenvolvimento de Software  |  Senac-RS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Prática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Software Real — 60 minutos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um software que você usa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677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as 6 fases do ciclo de vida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151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no Google Docs (template)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62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Pesquise sobre a história dele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101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3 a 5 funcionalidades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57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 pessoal: o que aprendeu?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software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Telegram, Signal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2677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Spotify, YouTube Music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6151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TikTok, Snapchat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2962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GitLab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3101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Google Drive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657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Netflix, Amazon, Uber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|  UC1: Planejar o Desenvolvimento de Software  |  Senac-RS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de Grupos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de 3 a 4 pessoas — vocês vão trabalhar juntos até 19/09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24315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3 a 4 pessoas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Misturar níveis de experiência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 de pensamento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que se comprometem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24315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Tarefa do Grupo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18745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um SOFTWARE FICTÍCIO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(inventado pelo grupo!)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 de playlist comunitária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Site de aluguel de livros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 de viagem com amigos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Plataforma de tutoria online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3840480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28600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1 página no Google Docs | Prazo: hoje 23:59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|  UC1: Planejar o Desenvolvimento de Software  |  Senac-RS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 Hoje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do software (6 fases)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029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= Planejamento; Engenharia = Execução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029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planejamento evita desastres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5029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468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em uma equipe de software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5029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926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formados e projeto fictício definido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09728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2648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Aulas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160020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02/09 (Ter)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em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+ casos reais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03/09 (Qua)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vs. Engenharia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papéis na equipe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04/09 (Qui)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 Módulo 1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Quiz avaliativo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|  UC1: Planejar o Desenvolvimento de Software  |  Senac-RS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0"/>
            <a:ext cx="54864" cy="1828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porque você programa bem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o software vai ser bom.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porque você PLANEJOU bem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 programação vai ser eficiente.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74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vemos amanhã!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UC1: Planejar o Desenvolvimento de Software  |  Senac-RS  |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UC1 - Aula 01 - Abertura do Curso</dc:title>
  <dc:subject>PptxGenJS Presentation</dc:subject>
  <dc:creator>Senac-RS</dc:creator>
  <cp:lastModifiedBy>Senac-RS</cp:lastModifiedBy>
  <cp:revision>1</cp:revision>
  <dcterms:created xsi:type="dcterms:W3CDTF">2026-09-02T22:24:57Z</dcterms:created>
  <dcterms:modified xsi:type="dcterms:W3CDTF">2026-09-02T22:24:57Z</dcterms:modified>
</cp:coreProperties>
</file>