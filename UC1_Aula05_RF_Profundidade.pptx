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CETIV e uma mnemonica inventada para esta aula. Nao e padrao de mercado, mas ajuda os alunos a lembrar. Pode comparar com INVEST (historias de usuario) que veremos em seguida.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54864" cy="2560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Modulo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Profundidade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— Da ideia vaga ao requisito testavel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de Setembro de 2025  |  Senac-RS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nao da pra testar, nao e requisito."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1556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15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Tarefa do FDS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fizeram? Duvidas?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459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bom RF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Padrao, anti-padrao, teste de qualidade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1226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17627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1762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157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57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'Como... quero... para...'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42616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ECF1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06624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27066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2688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688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e pausa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7296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236976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2369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de escrita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Reescrever os RF do seu projeto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67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3767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cruzada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grupo avalia o RF de outro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3367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29768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297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+ Tarefa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no Modulo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16200000">
              <a:srgbClr val="1C7293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09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1704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2070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2431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901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10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901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+ Regras de Negocio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2431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26334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11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6334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33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29184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2431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3364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12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364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364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+ Documento Final v2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da semana: Documento de Requisitos v2 (quinta 12/09)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Bom Requisito Funcional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881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88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33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33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da equipe entende igual, sem ambiguidade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permitir login com email e senha"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728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1728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 O QUE, nao apenas a intencao vaga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0208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"Gerar relatorio PDF com vendas por regiao e periodo"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478024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Testavel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pra escrever um teste que verifica se funciona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"Enviar email de confirmacao em ate 60 segundos"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17296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implementado sem depender de outro RF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4107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usuario pode filtrar produtos por categoria"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785616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867912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Valioso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560320" y="3813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um problema real do usuario ou do negocio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1056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"Exibir saldo atualizado na tela inicial do app"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Mnemonica: CETIV — se falha em qualquer um, reescreva.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Anti-Padroes: Como NAO Escrever RF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exemplo abaixo parece um requisito — mas nao 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85216"/>
          </a:xfrm>
          <a:prstGeom prst="roundRect">
            <a:avLst>
              <a:gd name="adj" fmla="val 9375"/>
            </a:avLst>
          </a:prstGeom>
          <a:solidFill>
            <a:srgbClr val="2431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ser facil de usar"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252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Subjetivo. Facil para quem? Junior? Idoso? Dev?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361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"Qualquer usuario completa o cadastro em &lt; 3 min sem ajuda"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8229600" cy="585216"/>
          </a:xfrm>
          <a:prstGeom prst="roundRect">
            <a:avLst>
              <a:gd name="adj" fmla="val 9375"/>
            </a:avLst>
          </a:prstGeom>
          <a:solidFill>
            <a:srgbClr val="2431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911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"Fazer login"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911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solto sem contexto. Login como? Com que? Onde?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945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usuario deve autenticar com email+senha ou OAuth Google"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8229600" cy="585216"/>
          </a:xfrm>
          <a:prstGeom prst="roundRect">
            <a:avLst>
              <a:gd name="adj" fmla="val 9375"/>
            </a:avLst>
          </a:prstGeom>
          <a:solidFill>
            <a:srgbClr val="2431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569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funcionar bem"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5694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"Bem" nao e mensuravel. Nao da pra testar.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8529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responder a qualquer requisicao em &lt; 2 seg"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9544"/>
            <a:ext cx="8229600" cy="585216"/>
          </a:xfrm>
          <a:prstGeom prst="roundRect">
            <a:avLst>
              <a:gd name="adj" fmla="val 9375"/>
            </a:avLst>
          </a:prstGeom>
          <a:solidFill>
            <a:srgbClr val="2431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"Implementar integracao com API"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227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API? Que dados? Em que direcao? Sincrono ou async?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112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consultar a API de CEP dos Correios e preencher endereco automaticamente"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67912"/>
            <a:ext cx="8229600" cy="585216"/>
          </a:xfrm>
          <a:prstGeom prst="roundRect">
            <a:avLst>
              <a:gd name="adj" fmla="val 9375"/>
            </a:avLst>
          </a:prstGeom>
          <a:solidFill>
            <a:srgbClr val="2431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app deve ter uma tela bonita"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886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"Bonita" e opiniao. Designer e dev vao interpretar diferente.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696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interface deve seguir o design system Material Design 3 com tema escuro"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Exercicio mental: leia cada RF do seu projeto e pergunte 'consigo escrever um teste pra isso?'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do Requisito: 3 Perguntas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aceitar qualquer RF, passe por este filtro.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Consigo escrever um caso de teste?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642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SIM: "Dado usuario com email valido, quando clica Entrar, entao redireciona para home"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20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NAO: "O sistema deve ser bom" — bom como? Teste de que?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404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pessoas interpretam igual?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15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SIM: "Exibir lista de produtos ordenada por preco crescente"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971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NAO: "Organizar os produtos de forma intuitiva" — intuitivo pra quem?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456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quando esta PRONTO?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767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SIM: "Enviar email de confirmacao em ate 60 segundos apos cadastro"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023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NAO: "Enviar email rapido" — rapido e 1 seg? 1 min? 1 hora?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falhar em QUALQUER pergunta: reescreva o requisito. Nao passe adiante.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padrao do mercado para escrever requisitos ageis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2431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[tipo de usuario]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quero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[acao / funcionalidade]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para que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[beneficio / valor de negocio]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2431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204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cliente, quero buscar produtos por nome, para encontrar rapidamente o que preciso.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admin, quero exportar relatorios em PDF, para enviar ao gerente por email.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9776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pesquisador, quero preencher questionario offline, para coletar dados em areas sem sinal.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062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gestor, quero ver dashboard com grafico de intencao de voto, para tomar decisoes rapidas.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INVEST para Historias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Padrao de mercado para avaliar se uma historia e bem escrita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9304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289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61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463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2893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desenvolvida sem depender de outra historia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83794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810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011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Negociavel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18379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podem ser ajustados durante a sprint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3865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359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560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Valiosa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23865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valor real para o usuario ou negocio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2935224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108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Estimavel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293522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consegue estimar o esforco (Scrum Poker!)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3483864"/>
            <a:ext cx="365760" cy="3657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3456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3657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926080" y="34838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em 1 sprint (se nao cabe, quebre em partes)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" y="4032504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9436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4005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" y="4206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Testavel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926080" y="40325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pra escrever criterio de aceitacao claro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historia nao passa no INVEST: reescreva ou quebre em historias menores.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Aceitacao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o PO sabe que esta PRONTO?" — cada historia precisa de criterios claros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2431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completo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cliente, quero filtrar produtos por faixa de preco, para encontrar opcoes no meu orcamento.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Aceitacao (formato Dado/Quando/Entao):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estou na pagina de catalogo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986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seleciono faixa 'R$ 50 a R$ 100'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912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ENTAO o sistema exibe apenas produtos com preco entre R$ 50 e R$ 100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838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contagem de resultados e atualizada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764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nao houver produtos, exibe mensagem 'Nenhum produto encontrado nesta faixa'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Dado/Quando/Entao (Given/When/Then) e padrao da industria.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BDD (Behavior Driven Development) — voces vao ver isso em UC11 (Testes).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Priorizacao: Metodo MoSCoW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RF entra no Sprint 1. Como decidir o que fazer primeiro?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08176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Obrigatorio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 o software NAO FUNCIONA. Entra no Sprint 1.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463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cadastro, funcionalidade principal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21284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30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2130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desejavel, mas funciona sem. Sprint 2.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267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avancados, notificacoes, relatorios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2935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2935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Desejavel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ter, mas so se sobrar tempo. Sprint 3+.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0723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escuro, compartilhamento social, gamificacao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9417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822192"/>
            <a:ext cx="457200" cy="45720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739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834640" y="3739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agora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032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Conscientemente deixado de fora desta versao.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38770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recomendacao, app nativo, multilingue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decide a prioridade. Dev estima o esforco. Juntos definem o que cabe no sprint.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228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Reescrever os RF do Seu Projeto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— Pegar o documento v1 e transformar em v2 profissional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2431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84708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Abram o documento v1 do grupo (Google Docs)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21284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Reescrevam cada RF no formato "Como [ator], quero [acao], para [beneficio]"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57860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RF, escrevam pelo menos 2 criterios de aceitacao (Dado/Quando/Entao)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294436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Classifiquem cada RF como M (Must), S (Should), C (Could) ou W (Won't)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31012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Passem pelo Teste do Requisito (3 perguntas) em cada um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67588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algum RF falhar no teste: reescrevam ou removam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8 a 10 historias de usuario com criterios de aceitacao e priorizacao MoSCoW.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Historia de Usuario Completa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este formato para cada RF do projeto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[tipo de usuario], quero [acao], para [beneficio].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8046720" cy="274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Prioridade: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Should / Could / Won't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1: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2331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[contexto] QUANDO [acao do usuario] ENTAO [resultado esperado]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8046720" cy="274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2: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2651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[outro contexto] QUANDO [outra acao] ENTAO [outro resultado]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Observacoes: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2971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Restricoes, dependencias, regras de negocio aplicaveis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Estimativa: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291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(sera preenchido no Scrum Poker — semana 3)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numere os RFs (RF-001, RF-002...) para referencia cruzada com casos de uso e testes.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Reescrever!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0" y="1554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v1 aberto  |  Template copiado  |  Checklist CETIV ao lado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final: cada grupo deve ter 8-10 historias no formato padrao com criterios de aceitacao.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CRUZADA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Grupo Avalia o Outro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minutos — Troca de documentos entre grupos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avaliar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segue o formato 'Como... quero... para'?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76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aceitacao sao claros (Dado/Quando/Entao)?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Priorizacao MoSCoW faz sentido?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 RF esta vago ou nao-testavel?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faltou que voce usaria como usuario?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dar feedback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comentarios no Google Docs (nao apague nada!)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176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elogio para cada sugestao de melhoria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a ESCRITA, nao a IDEIA do projeto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Sugira reformulacao, nao apenas 'esta errado'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Assine seus comentarios (nome)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 receber feedback: grupo original incorpora as sugestoes no documento.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Depois: RF Reescrito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3D151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(v1 — semana passada)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ter um cadastro de usuarios."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detalhes. Sem criterios.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sabe quando esta pronto.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devs interpretam diferente.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0D33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(v2 — esta semana)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4630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RF-001 | Must Have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visitante, quero criar conta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nome, email e senha, para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funcionalidades exclusivas.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1: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estou na pagina de cadastro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preencho os campos e clico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'Criar Conta'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ENTAO recebo email de confirmacao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ate 60 segundos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2: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informo email ja existente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ENTAO sistema exibe erro 'Email ja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cadastrado'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funcionalidade. Mundos de diferenca em clareza, testabilidade e profissionalismo.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para Amanha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terca 10/09, inicio da aula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353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as historias de usuario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nao terminou em aula, finalize. Minimo 8 historias com criterios de aceitacao.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0" y="15544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313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feedback da revisao cruzada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651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os comentarios do outro grupo. Aceite ou rejeite com justificativa.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2514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273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3 perguntas para o 'cliente'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611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reescrever, voce vai descobrir que faltam informacoes. Anote: "Preciso saber se..."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34747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89520" y="3474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Hoje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607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60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3327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CETIV: Claro, Especifico, Testavel, Independente, Valioso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2763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002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Anti-padroes: vago, subjetivo, sem metrica = reescreva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194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16712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usuario: Como [ator], quero [acao], para [beneficio]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7614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73405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INVEST: criterio de mercado para avaliar historias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7355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009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aceitacao: Dado/Quando/Entao (BDD)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89534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791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MoSCoW: priorizacao (Must, Should, Could, Won't)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41148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1208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Amanha (10/09): RNF + Regras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Negocio em profundidade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|  UC1: Planejar o Desenvolvimento de Software  |  Senac-RS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188720"/>
            <a:ext cx="54864" cy="22860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vago e divida tecnica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escrever a primeira linha.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bem escrito 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do software pronto.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amanha.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 |  Senac-RS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UC1 - Aula 05 - Requisitos Funcionais em Profundidade</dc:title>
  <dc:subject>PptxGenJS Presentation</dc:subject>
  <dc:creator>Senac-RS</dc:creator>
  <cp:lastModifiedBy>Senac-RS</cp:lastModifiedBy>
  <cp:revision>1</cp:revision>
  <dcterms:created xsi:type="dcterms:W3CDTF">2026-09-10T22:09:11Z</dcterms:created>
  <dcterms:modified xsi:type="dcterms:W3CDTF">2026-09-10T22:09:11Z</dcterms:modified>
</cp:coreProperties>
</file>