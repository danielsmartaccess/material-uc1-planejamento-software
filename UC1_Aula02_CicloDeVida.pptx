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o quiz interativamente. Perguntar primeiro, deixar alunos responderem, depois revelar resposta. Pode usar Kahoot se tiver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Exemplo: E-commerce esqueceu regra de frete gratis &gt; R$ 100. Vendeu com frete gratis para pedido de R$ 50. Perdeu milhoes.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Licao: Nao existe stack perfeita. Existe stack certa para o CONTEXTO. Startup comeca simples e escala. Enterprise ja nasce complexa.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54864" cy="2560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Profundidade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— Requisitos e Design em Detalhe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de Setembro de 2025  |  Senac-RS  |  Técnico em Desenvolvimento de Sistemas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conceito ao usuário: cada detalhe importa"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do Dia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1556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155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Quiz rápido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da aula anterior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45920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6459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fictícios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apresenta sua escolha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12264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176272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1762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157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Requisitos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157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RNF, regras de negócio, casos de uso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42616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8ECF1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706624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27066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26883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6883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e pausa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72968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236976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23697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Design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stack, critérios de escolha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76732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37673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prática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fases em casos reais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33672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4297680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42976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554480" y="4279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+ Tarefa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4279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Rápido — Recap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4315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52728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fases tem o ciclo de vida?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43152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167128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fase custa mais ao longo do tempo?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(70% do custo total)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43152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vagos causam qual % de fracassos?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310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dos fracassos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4315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995928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diferença entre Projeto e Engenharia?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224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= O Quê; Engenharia = Como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74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 (RF)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FAZ  —  Se descreve uma acao, e funcional.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17320"/>
            <a:ext cx="3566160" cy="365760"/>
          </a:xfrm>
          <a:prstGeom prst="roundRect">
            <a:avLst>
              <a:gd name="adj" fmla="val 12500"/>
            </a:avLst>
          </a:prstGeom>
          <a:solidFill>
            <a:srgbClr val="27AE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BEM escritos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usuario deve fazer login com email e senha"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7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sistema deve gerar relatorio de vendas por dia"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plataforma deve processar pagamento em ate 5s"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91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app deve permitir editar foto (crop, filtros)"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49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"Sistema deve enviar email de confirmacao em 1 min"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325880"/>
            <a:ext cx="38404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83480" y="1417320"/>
            <a:ext cx="3566160" cy="365760"/>
          </a:xfrm>
          <a:prstGeom prst="round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834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MAL escritos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"Fazer login"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(Como? Qual tipo?)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"Sistema rapido"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(Rapido e quanto? 1s? 10s?)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"Interface bonita"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(Subjetivo! Quem define?)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"Sistema seguro"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(Qual nivel de seguranca?)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Se nao consegue TESTAR, nao e requisito funcional.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Nao-Funcionais (RNF)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sistema SE COMPORTA  —  Qualidades e restricoes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"Pagina carrega em &lt; 2 segundos"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32588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28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"Suporta 10.000 usuarios simultaneos"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32588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828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"Uptime de 99.9% (max 44 min down/mes)"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01752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Seguranca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"Dados criptografados (AES-256, HTTPS)"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301752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8328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"Compativel com leitores de tela (WCAG)"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01752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"Max 3 cliques para tarefa principal"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Negocio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Restricoes impostas pelo cliente ou mercado — nao pela tecnologia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2431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maximo 30% por pedido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58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 gratis acima de R$ 100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426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vende para menores de 18 anos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26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Devolucao permitida em ate 7 dias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107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negativo nao e permitido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2431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874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saque: R$ 2.000/dia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258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Transf. &gt; R$ 10k precisa autorizacao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6426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atraso: 2% ao mes + multa 10%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026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apos 3 erros de senha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4107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de transacoes: 5 anos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tecnico nao sabe a regra, o codigo erra. Cliente perde dinheiro.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uma interacao entre usuario e sistema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Padrao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USO: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828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descritivo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12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ATOR: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2212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interage com o sistema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968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PRE-CONDICAO: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5968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antes da acao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9809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PRINCIPAL: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1, 2, 3...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649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ALTERNATIVO: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algo der errado?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49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POS-CONDICAO: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apos a acao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 importante?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1828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 o 'como' de forma descritiva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2128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(tecnico e cliente) entendem igual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25968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criar testes automatizados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29809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para treinar usuarios depois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3364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"prova" do que foi acordado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3749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mal-entendidos no desenvolvimento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Caso de Uso — Fazer Login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2431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PRINCIPAL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Ator: Usuario nao autenticado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Usuario acessa pagina de login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Sistema exibe formulario (email + senha)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231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Usuario preenche email e senha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Usuario clica 'Entrar'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632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Sistema valida credenciais no banco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83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Sistema gera token de sessao (JWT)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03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Sistema redireciona para pagina home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069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Pos-condicao: Usuario autenticado, sessao valida 8h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1005840"/>
            <a:ext cx="2926080" cy="3474720"/>
          </a:xfrm>
          <a:prstGeom prst="roundRect">
            <a:avLst>
              <a:gd name="adj" fmla="val 3125"/>
            </a:avLst>
          </a:prstGeom>
          <a:solidFill>
            <a:srgbClr val="24315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ALTERNATIVO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Errada: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1828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5a. Sistema valida: ERRO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084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6a. Exibe "Email ou senha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3408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invalido"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2596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7a. Volta ao passo 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852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3108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Esqueceu Senha: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33649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4a. Clica "Esqueci senha"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36210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5a. Redireciona para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38770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recuperacao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4160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Restricao: Max 5 erros = bloqueio 30 min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Real: Requisitos do Uber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097280"/>
            <a:ext cx="3566160" cy="365760"/>
          </a:xfrm>
          <a:prstGeom prst="roundRect">
            <a:avLst>
              <a:gd name="adj" fmla="val 12500"/>
            </a:avLst>
          </a:prstGeom>
          <a:solidFill>
            <a:srgbClr val="27AE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Login/cadastro com email ou celular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47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endereco de saida e chegada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951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tipo de viagem (X, Black)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426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motoristas disponiveis no mapa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90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corrida com 1 toque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em tempo real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automatico ao fim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0325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Avaliacao de motorista e passageiro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83480" y="1097280"/>
            <a:ext cx="356616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834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Nao-Funcionais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atualiza localizacao a cada 3s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1947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carrega em &lt; 2 segundos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2951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5 milhoes usuarios simultaneos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26426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99.99% (max 5 min down/mes)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990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criptografados (PCI-DSS)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Compativel com iOS 14+ e Android 9+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cliques para solicitar corrida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40325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 conexao 3G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74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/ Arquitetura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Decisoes criticas que afetam tudo que vem depois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243152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App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1031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243152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150876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4320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1031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Monolitica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Microservicos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Cliente-Servidor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243152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50876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1031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 (SQL)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(MongoDB)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(Neo4j)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(Redis)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37160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243152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150876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4088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1031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Go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Swift, Kotlin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C#, PHP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Diagrama de arquitetura + Justificativa    |    Tempo: 2 a 6 semanas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Tecnologia?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Errado: "Vou usar X porque e trendy"  |  Certo: "Vou usar X porque..."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do Projeto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Mobile? Web? Alta performance? MVP rapido?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41732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usuarios? 1 milhao? 1 bilhao?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41732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da Equipe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conhece? Melhor usar bem o que sabe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06324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e Suporte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566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boas? Devs disponiveis? Stack Overflow?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306324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290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Manutenibilidade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566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 trocar dev? Codigo legivel? Vai existir em 10 anos?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06324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636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3566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Licencas? Hospedagem? Salario dos devs?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Contraste: Grande Empresa vs. Startup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24315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09728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(Enterprise)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+ TypeScript + Redux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7510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React Native + nativo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0428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Java (Spring Boot) + Node.js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3347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Banco: PostgreSQL + MongoDB + Redis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6265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Elasticsearch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918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Infra: AWS + Docker + Kubernetes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2102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Jenkins automatizado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5020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Datadog 24/7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US$ milhoes/mes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243152"/>
          </a:solidFill>
          <a:ln/>
        </p:spPr>
      </p:sp>
      <p:sp>
        <p:nvSpPr>
          <p:cNvPr id="16" name="Shape 14"/>
          <p:cNvSpPr/>
          <p:nvPr/>
        </p:nvSpPr>
        <p:spPr>
          <a:xfrm>
            <a:off x="4983480" y="109728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8348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(Orcamento Enxuto)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164592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HTML5 + CSS3 + Vue.js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197510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PWA (nao precisa de app)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230428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Python + Flask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63347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Banco: PostgreSQL (gratis)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296265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Cache: Sem (escala depois)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2918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Infra: Railway ou Heroku (1 clique)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362102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GitHub Actions (gratis)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395020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UptimeRobot (gratis)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R$ 100-500/mes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Real: Instagram Escolhe Python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011680" y="1097280"/>
            <a:ext cx="36576" cy="29260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4" name="Shape 2"/>
          <p:cNvSpPr/>
          <p:nvPr/>
        </p:nvSpPr>
        <p:spPr>
          <a:xfrm>
            <a:off x="1847088" y="114300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1115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097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Lancamento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097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Django + PostgreSQL + AWS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47088" y="17373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4320" y="17099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milhoes de usuarios. Stack simples funcionou!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47088" y="23317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" y="23042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Vendido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compra por US$ 1 bilhao. 10 devs.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47088" y="29260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" y="2898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2015+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Escalando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2880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Adicionou Cassandra, Go, Memcached, Kafka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47088" y="352044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4320" y="3493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Bilhoes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3474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Python/Django continua como backbone!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Licao: Escolha tecnologia que deixa voce MVP RAPIDO. Depois, quando crescer, evolui.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Armadilhas Comuns em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2431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33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"Design perfeito"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533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 3 meses em design, requisitos mudam, design fica obsoleto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097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design, comeca dev, refina na pratica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2431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10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"Ultima tecnologia"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30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tech porque e trendy, ninguem do time conhece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+ Requisito = Tecnologia certa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2431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87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"Nao vai escalar"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07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para 1.000 usuarios fica viral com 100 mil, servidor cai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projete para 10x o esperado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2431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364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"Seguranca depois"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85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sem HTTPS, sem validacao. Hackeiam, empresa fecha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429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Seguranca desde o Design, nao depois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24315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142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"Uma pessoa so"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462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 sai da empresa, ninguem entende as decisoes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4206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colaborativo, documentacao clara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Pratica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de Casos de Estudo — 60 minutos (em dupla ou grupo)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3566160" cy="365760"/>
          </a:xfrm>
          <a:prstGeom prst="round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1: Netflix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as 6 fases do ciclo de vida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67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5 requisitos funcionais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151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3 requisitos nao-funcionais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Netflix escolheu Cloud?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10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banco de dados usaria?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83480" y="1371600"/>
            <a:ext cx="356616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8348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2: App de Banco Brasileiro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as 6 fases do ciclo de vida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267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5 regras de negocio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6151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RNF e mais critico? (seguranca?)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962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stack voce escolheria?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310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Justifique cada escolha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Google Docs (1 pagina cada caso) | Compartilhar com docente ate fim da aula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para Casa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em 04/09 — Em grupo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926080"/>
          </a:xfrm>
          <a:prstGeom prst="roundRect">
            <a:avLst>
              <a:gd name="adj" fmla="val 3125"/>
            </a:avLst>
          </a:prstGeom>
          <a:solidFill>
            <a:srgbClr val="24315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90472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63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um SOFTWARE REAL (WhatsApp, Spotify, YouTube, GitHub...)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93392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65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 sobre ele (Wikipedia, blog oficial, docs, entrevistas)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96312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as 6 fases do ciclo de vida (quando criado, como cresceu)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999232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71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stack tecnico (linguagem, banco, infra) com justificativa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502152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no Google Docs (2-3 paginas) ate 23:59 de 04/09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0" y="402336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27AE6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28600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melhor analise = mencao positiva + 0.5 ponto extra!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Hoje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0515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03327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Funcionais: o que o sistema FAZ (acao, testavel)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600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58191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Nao-Funcionais: como o sistema SE COMPORTA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13055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Negocio: restricoes do cliente/mercado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6974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67919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Uso: interacao usuario-sistema documentada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22783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Design/Arquitetura: decisoes criticas de tecnologia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7947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77647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escolha: requisitos, escala, time, custo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411480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12080" y="4114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 aula (03/09): Projeto vs.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+ Papeis na equipe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|  UC1: Planejar o Desenvolvimento de Software  |  Senac-RS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0"/>
            <a:ext cx="54864" cy="1828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requisito vago nao custa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R$ 1.000 para corrigir.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Custa R$ 100.000 quando descobrem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 depois que o software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faz o que o cliente queria.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66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amanha!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UC1: Planejar o Desenvolvimento de Software  |  Senac-RS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UC1 - Aula 02 - Ciclo de Vida em Profundidade</dc:title>
  <dc:subject>PptxGenJS Presentation</dc:subject>
  <dc:creator>Senac-RS</dc:creator>
  <cp:lastModifiedBy>Senac-RS</cp:lastModifiedBy>
  <cp:revision>1</cp:revision>
  <dcterms:created xsi:type="dcterms:W3CDTF">2026-09-02T22:28:55Z</dcterms:created>
  <dcterms:modified xsi:type="dcterms:W3CDTF">2026-09-02T22:28:55Z</dcterms:modified>
</cp:coreProperties>
</file>